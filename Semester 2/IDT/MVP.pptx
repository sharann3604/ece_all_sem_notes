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  <p:sldId id="266" r:id="rId4"/>
    <p:sldId id="256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54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013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4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796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92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13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75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67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7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7624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823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2028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29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606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18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F5FEA5B-0C7A-46F0-B7DB-A2799598CB83}" type="datetimeFigureOut">
              <a:rPr lang="en-IN" smtClean="0"/>
              <a:t>26-06-2022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04F9577-BD3E-42C1-80BD-04D279A745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52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4BF4-CD0A-4EFD-86E4-07958485E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Mvp and prototype</a:t>
            </a:r>
          </a:p>
        </p:txBody>
      </p:sp>
    </p:spTree>
    <p:extLst>
      <p:ext uri="{BB962C8B-B14F-4D97-AF65-F5344CB8AC3E}">
        <p14:creationId xmlns:p14="http://schemas.microsoft.com/office/powerpoint/2010/main" val="3365266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4BF4-CD0A-4EFD-86E4-07958485E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1410856"/>
          </a:xfrm>
        </p:spPr>
        <p:txBody>
          <a:bodyPr>
            <a:normAutofit/>
          </a:bodyPr>
          <a:lstStyle/>
          <a:p>
            <a:r>
              <a:rPr lang="en-IN" sz="3600" dirty="0"/>
              <a:t>Mvp and 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25C6E-4920-42F2-B258-6B2187BFE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2724727"/>
            <a:ext cx="6400800" cy="3066473"/>
          </a:xfrm>
        </p:spPr>
        <p:txBody>
          <a:bodyPr>
            <a:normAutofit/>
          </a:bodyPr>
          <a:lstStyle/>
          <a:p>
            <a:r>
              <a:rPr lang="en-IN" sz="2400" dirty="0">
                <a:highlight>
                  <a:srgbClr val="C0C0C0"/>
                </a:highlight>
              </a:rPr>
              <a:t>Definition</a:t>
            </a:r>
            <a:r>
              <a:rPr lang="en-IN" sz="2400" dirty="0"/>
              <a:t> </a:t>
            </a:r>
          </a:p>
          <a:p>
            <a:r>
              <a:rPr lang="en-IN" sz="2400" dirty="0"/>
              <a:t>MVP</a:t>
            </a:r>
            <a:r>
              <a:rPr lang="en-IN" sz="2400" dirty="0">
                <a:highlight>
                  <a:srgbClr val="C0C0C0"/>
                </a:highlight>
              </a:rPr>
              <a:t> </a:t>
            </a:r>
          </a:p>
          <a:p>
            <a:r>
              <a:rPr lang="en-IN" sz="2400" dirty="0">
                <a:highlight>
                  <a:srgbClr val="C0C0C0"/>
                </a:highlight>
              </a:rPr>
              <a:t>It is the very first small version of your product for wider calculation.</a:t>
            </a:r>
          </a:p>
          <a:p>
            <a:r>
              <a:rPr lang="en-IN" sz="2400" dirty="0"/>
              <a:t>Prototype </a:t>
            </a:r>
          </a:p>
          <a:p>
            <a:r>
              <a:rPr lang="en-IN" sz="2400" dirty="0">
                <a:highlight>
                  <a:srgbClr val="C0C0C0"/>
                </a:highlight>
              </a:rPr>
              <a:t>Prototype-first sketch of your idea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1696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21A8-B686-4E81-A1C7-FA1A49006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77150"/>
            <a:ext cx="8534400" cy="1507067"/>
          </a:xfrm>
        </p:spPr>
        <p:txBody>
          <a:bodyPr>
            <a:normAutofit/>
          </a:bodyPr>
          <a:lstStyle/>
          <a:p>
            <a:r>
              <a:rPr lang="en-IN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5368F-D122-4C0C-AB8A-F67F5D992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237509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highlight>
                  <a:srgbClr val="C0C0C0"/>
                </a:highlight>
              </a:rPr>
              <a:t>MVP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The goal is to build smallest feature set.</a:t>
            </a:r>
          </a:p>
          <a:p>
            <a:pPr marL="0" indent="0">
              <a:buNone/>
            </a:pPr>
            <a:r>
              <a:rPr lang="en-IN" dirty="0">
                <a:highlight>
                  <a:srgbClr val="C0C0C0"/>
                </a:highlight>
              </a:rPr>
              <a:t>PROTOTYPE</a:t>
            </a:r>
          </a:p>
          <a:p>
            <a:pPr marL="0" indent="0">
              <a:buNone/>
            </a:pPr>
            <a:r>
              <a:rPr lang="en-IN" dirty="0"/>
              <a:t>Exploring requirements</a:t>
            </a:r>
          </a:p>
          <a:p>
            <a:pPr marL="0" indent="0">
              <a:buNone/>
            </a:pPr>
            <a:r>
              <a:rPr lang="en-IN" dirty="0"/>
              <a:t>Choosing among alternatives</a:t>
            </a:r>
          </a:p>
          <a:p>
            <a:pPr marL="0" indent="0">
              <a:buNone/>
            </a:pPr>
            <a:r>
              <a:rPr lang="en-IN" dirty="0"/>
              <a:t>Empirical usability testing</a:t>
            </a:r>
          </a:p>
          <a:p>
            <a:pPr marL="0" indent="0">
              <a:buNone/>
            </a:pPr>
            <a:r>
              <a:rPr lang="en-IN" dirty="0"/>
              <a:t>Evolutionary development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93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E159-6C8F-4978-A3D7-0C256A1D7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MVP Vs. PROTOTYPE</a:t>
            </a:r>
          </a:p>
        </p:txBody>
      </p:sp>
    </p:spTree>
    <p:extLst>
      <p:ext uri="{BB962C8B-B14F-4D97-AF65-F5344CB8AC3E}">
        <p14:creationId xmlns:p14="http://schemas.microsoft.com/office/powerpoint/2010/main" val="426500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F7D0-B774-459B-86A1-39FE21E57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1399675"/>
          </a:xfrm>
        </p:spPr>
        <p:txBody>
          <a:bodyPr>
            <a:normAutofit/>
          </a:bodyPr>
          <a:lstStyle/>
          <a:p>
            <a:r>
              <a:rPr lang="en-IN" sz="3600" dirty="0"/>
              <a:t>Product life cycle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DFEA1-4FFC-4AB2-896C-0525D0EF1E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0" t="35552" r="44598" b="39861"/>
          <a:stretch/>
        </p:blipFill>
        <p:spPr>
          <a:xfrm>
            <a:off x="2051279" y="2765214"/>
            <a:ext cx="8332241" cy="326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2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E5FF-2FB6-4707-8C46-9A65FE82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813690"/>
            <a:ext cx="8534400" cy="1507067"/>
          </a:xfrm>
        </p:spPr>
        <p:txBody>
          <a:bodyPr/>
          <a:lstStyle/>
          <a:p>
            <a:r>
              <a:rPr lang="en-IN" dirty="0"/>
              <a:t>MVP vs. prototype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5F893B-C872-432F-ACA7-A676B2958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013" t="37707" r="42174" b="33342"/>
          <a:stretch/>
        </p:blipFill>
        <p:spPr>
          <a:xfrm>
            <a:off x="2275840" y="2695691"/>
            <a:ext cx="8077200" cy="3573029"/>
          </a:xfrm>
        </p:spPr>
      </p:pic>
    </p:spTree>
    <p:extLst>
      <p:ext uri="{BB962C8B-B14F-4D97-AF65-F5344CB8AC3E}">
        <p14:creationId xmlns:p14="http://schemas.microsoft.com/office/powerpoint/2010/main" val="275609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8C71-0185-4021-B1E4-FFD95F49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451273"/>
            <a:ext cx="8534400" cy="1507067"/>
          </a:xfrm>
        </p:spPr>
        <p:txBody>
          <a:bodyPr>
            <a:normAutofit/>
          </a:bodyPr>
          <a:lstStyle/>
          <a:p>
            <a:r>
              <a:rPr lang="en-IN" dirty="0"/>
              <a:t>Why</a:t>
            </a:r>
            <a:r>
              <a:rPr lang="en-IN" sz="4800" dirty="0"/>
              <a:t> 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87B8B-506A-446A-817E-5E7DE5BEE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291" y="2540529"/>
            <a:ext cx="4937655" cy="3030538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highlight>
                  <a:srgbClr val="C0C0C0"/>
                </a:highlight>
              </a:rPr>
              <a:t>MVP</a:t>
            </a:r>
          </a:p>
          <a:p>
            <a:r>
              <a:rPr lang="en-IN" sz="2000" dirty="0">
                <a:highlight>
                  <a:srgbClr val="C0C0C0"/>
                </a:highlight>
              </a:rPr>
              <a:t>Test product viability</a:t>
            </a:r>
          </a:p>
          <a:p>
            <a:r>
              <a:rPr lang="en-IN" sz="2000" dirty="0">
                <a:highlight>
                  <a:srgbClr val="C0C0C0"/>
                </a:highlight>
              </a:rPr>
              <a:t>Test assumptions</a:t>
            </a:r>
          </a:p>
          <a:p>
            <a:r>
              <a:rPr lang="en-IN" sz="2000" dirty="0">
                <a:highlight>
                  <a:srgbClr val="C0C0C0"/>
                </a:highlight>
              </a:rPr>
              <a:t>Test the market</a:t>
            </a:r>
          </a:p>
          <a:p>
            <a:r>
              <a:rPr lang="en-IN" sz="2000" dirty="0">
                <a:highlight>
                  <a:srgbClr val="C0C0C0"/>
                </a:highlight>
              </a:rPr>
              <a:t>Test product usability</a:t>
            </a:r>
          </a:p>
          <a:p>
            <a:r>
              <a:rPr lang="en-IN" sz="2000" dirty="0">
                <a:highlight>
                  <a:srgbClr val="C0C0C0"/>
                </a:highlight>
              </a:rPr>
              <a:t>Get user feedback</a:t>
            </a:r>
            <a:endParaRPr lang="en-IN" dirty="0"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en-IN" sz="2000" dirty="0">
              <a:highlight>
                <a:srgbClr val="C0C0C0"/>
              </a:highlight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4BC165-1B91-4268-957B-DC9135A5E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5745" y="2530369"/>
            <a:ext cx="4929188" cy="30305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highlight>
                  <a:srgbClr val="C0C0C0"/>
                </a:highlight>
              </a:rPr>
              <a:t>Prototype</a:t>
            </a:r>
          </a:p>
          <a:p>
            <a:r>
              <a:rPr lang="en-IN" dirty="0">
                <a:highlight>
                  <a:srgbClr val="C0C0C0"/>
                </a:highlight>
              </a:rPr>
              <a:t>Demonstrate the concept</a:t>
            </a:r>
          </a:p>
          <a:p>
            <a:r>
              <a:rPr lang="en-IN" dirty="0">
                <a:highlight>
                  <a:srgbClr val="C0C0C0"/>
                </a:highlight>
              </a:rPr>
              <a:t>Convince others</a:t>
            </a:r>
          </a:p>
          <a:p>
            <a:r>
              <a:rPr lang="en-IN" dirty="0">
                <a:highlight>
                  <a:srgbClr val="C0C0C0"/>
                </a:highlight>
              </a:rPr>
              <a:t>Get seed money</a:t>
            </a:r>
          </a:p>
        </p:txBody>
      </p:sp>
    </p:spTree>
    <p:extLst>
      <p:ext uri="{BB962C8B-B14F-4D97-AF65-F5344CB8AC3E}">
        <p14:creationId xmlns:p14="http://schemas.microsoft.com/office/powerpoint/2010/main" val="159674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159F-581F-435F-AA65-7EF99D0B3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685800"/>
            <a:ext cx="8534400" cy="1507067"/>
          </a:xfrm>
        </p:spPr>
        <p:txBody>
          <a:bodyPr>
            <a:normAutofit/>
          </a:bodyPr>
          <a:lstStyle/>
          <a:p>
            <a:r>
              <a:rPr lang="en-IN" dirty="0"/>
              <a:t>Who builds it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6D75-CAA1-47C0-A5CF-D7BAB326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1" y="2493433"/>
            <a:ext cx="4937655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highlight>
                  <a:srgbClr val="C0C0C0"/>
                </a:highlight>
              </a:rPr>
              <a:t>Mvp</a:t>
            </a:r>
          </a:p>
          <a:p>
            <a:r>
              <a:rPr lang="en-IN" sz="2400" dirty="0">
                <a:highlight>
                  <a:srgbClr val="C0C0C0"/>
                </a:highlight>
              </a:rPr>
              <a:t>Builds by minimal viable team</a:t>
            </a:r>
          </a:p>
          <a:p>
            <a:r>
              <a:rPr lang="en-IN" sz="2400" dirty="0">
                <a:highlight>
                  <a:srgbClr val="C0C0C0"/>
                </a:highlight>
              </a:rPr>
              <a:t>Evolutionary in its development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3FEEA-5858-4ADA-96D9-C1A605A47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0213" y="2493433"/>
            <a:ext cx="4934479" cy="361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highlight>
                  <a:srgbClr val="C0C0C0"/>
                </a:highlight>
              </a:rPr>
              <a:t>Prototype</a:t>
            </a:r>
          </a:p>
          <a:p>
            <a:r>
              <a:rPr lang="en-IN" sz="2400" dirty="0">
                <a:highlight>
                  <a:srgbClr val="C0C0C0"/>
                </a:highlight>
              </a:rPr>
              <a:t>Build by one guy</a:t>
            </a:r>
          </a:p>
          <a:p>
            <a:r>
              <a:rPr lang="en-IN" sz="2400" dirty="0">
                <a:highlight>
                  <a:srgbClr val="C0C0C0"/>
                </a:highlight>
              </a:rPr>
              <a:t>Usually throwaway in its development </a:t>
            </a:r>
          </a:p>
        </p:txBody>
      </p:sp>
    </p:spTree>
    <p:extLst>
      <p:ext uri="{BB962C8B-B14F-4D97-AF65-F5344CB8AC3E}">
        <p14:creationId xmlns:p14="http://schemas.microsoft.com/office/powerpoint/2010/main" val="4260714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159F-581F-435F-AA65-7EF99D0B3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685800"/>
            <a:ext cx="8534400" cy="1507067"/>
          </a:xfrm>
        </p:spPr>
        <p:txBody>
          <a:bodyPr/>
          <a:lstStyle/>
          <a:p>
            <a:r>
              <a:rPr lang="en-IN" dirty="0"/>
              <a:t>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6D75-CAA1-47C0-A5CF-D7BAB326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4211" y="2493433"/>
            <a:ext cx="4937655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highlight>
                  <a:srgbClr val="C0C0C0"/>
                </a:highlight>
              </a:rPr>
              <a:t>Mvp</a:t>
            </a:r>
          </a:p>
          <a:p>
            <a:r>
              <a:rPr lang="en-IN" sz="2400" dirty="0">
                <a:highlight>
                  <a:srgbClr val="C0C0C0"/>
                </a:highlight>
              </a:rPr>
              <a:t>Early adopters groups</a:t>
            </a:r>
          </a:p>
          <a:p>
            <a:r>
              <a:rPr lang="en-IN" sz="2400" dirty="0">
                <a:highlight>
                  <a:srgbClr val="C0C0C0"/>
                </a:highlight>
              </a:rPr>
              <a:t>Educators</a:t>
            </a:r>
          </a:p>
          <a:p>
            <a:r>
              <a:rPr lang="en-IN" sz="2400" dirty="0">
                <a:highlight>
                  <a:srgbClr val="C0C0C0"/>
                </a:highlight>
              </a:rPr>
              <a:t>Influencers</a:t>
            </a:r>
          </a:p>
          <a:p>
            <a:r>
              <a:rPr lang="en-IN" sz="2400" dirty="0">
                <a:highlight>
                  <a:srgbClr val="C0C0C0"/>
                </a:highlight>
              </a:rPr>
              <a:t>Opinion makers</a:t>
            </a:r>
          </a:p>
          <a:p>
            <a:endParaRPr lang="en-IN" sz="2400" dirty="0">
              <a:highlight>
                <a:srgbClr val="C0C0C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3FEEA-5858-4ADA-96D9-C1A605A47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9733" y="1439333"/>
            <a:ext cx="4934479" cy="361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highlight>
                  <a:srgbClr val="C0C0C0"/>
                </a:highlight>
              </a:rPr>
              <a:t>Prototype</a:t>
            </a:r>
          </a:p>
          <a:p>
            <a:r>
              <a:rPr lang="en-IN" sz="2400" dirty="0">
                <a:highlight>
                  <a:srgbClr val="C0C0C0"/>
                </a:highlight>
              </a:rPr>
              <a:t>Innovators  </a:t>
            </a:r>
          </a:p>
        </p:txBody>
      </p:sp>
    </p:spTree>
    <p:extLst>
      <p:ext uri="{BB962C8B-B14F-4D97-AF65-F5344CB8AC3E}">
        <p14:creationId xmlns:p14="http://schemas.microsoft.com/office/powerpoint/2010/main" val="305707860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83</TotalTime>
  <Words>122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Slice</vt:lpstr>
      <vt:lpstr>Mvp and prototype</vt:lpstr>
      <vt:lpstr>Mvp and prototype</vt:lpstr>
      <vt:lpstr>goal</vt:lpstr>
      <vt:lpstr>MVP Vs. PROTOTYPE</vt:lpstr>
      <vt:lpstr>Product life cycle</vt:lpstr>
      <vt:lpstr>MVP vs. prototype</vt:lpstr>
      <vt:lpstr>Why ?</vt:lpstr>
      <vt:lpstr>Who builds it ?</vt:lpstr>
      <vt:lpstr>target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 Vs. PROTOTYPE</dc:title>
  <dc:creator>gajendra</dc:creator>
  <cp:lastModifiedBy>gajendra</cp:lastModifiedBy>
  <cp:revision>5</cp:revision>
  <dcterms:created xsi:type="dcterms:W3CDTF">2022-06-25T05:10:52Z</dcterms:created>
  <dcterms:modified xsi:type="dcterms:W3CDTF">2022-06-26T15:33:19Z</dcterms:modified>
</cp:coreProperties>
</file>