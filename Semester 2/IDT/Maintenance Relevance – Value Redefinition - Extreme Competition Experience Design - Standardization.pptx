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https://jchoi.faculty.unlv.edu/pmcel/standardization-strategy/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https://www.maintwiz.com/blog/ensuring-reliability-and-efficiency-the-value-of-preventive-maintenance/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https://wordflirt.com/ten-audiences-value-proposition/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https://slidebazaar.com/items/competitive-landscape-slide/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https://www.animalia-life.club/qa/pictures/standardization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https://www.researchgate.net/figure/Framework-assessing-and-improving-maintenance-data-quality_fig1_226335888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https://www.altexsoft.com/blog/predictive-maintenance/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http://childhealthpolicy.vumc.org/fogozywu7431.html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http://www.iso55001guide.com/benefits-of-iso-55001/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https://www.frevvo.com/blog/continuous-process-improvement/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https://power-mi.com/content/maintenance-strategies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https://www.sketchbubble.com/en/presentation-process-standardization.html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https://nehrumemorial.org/preventive-maintenance-system-record/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https://criticalthinking.cloud/websites-tips/customer-needs-research-methods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https://www.future-processing.com/blog/what-really-matters-in-modern-customer-centric-design/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https://checkflow.io/process-standardization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https://www.strategyimplementationinstitute.org/strategy-implementation-roadmap-sir/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https://blog.apptians.com/digital-marketing/kpi-online-marketing-performance-indicators-types-definition-and-examples/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http://www.slideshare.net/CyberAgency/social-engineering-13728812/39-Thank_you_foryour_attentionAny_Questions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44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MODULE-4</a:t>
            </a:r>
            <a:endParaRPr lang="en-US" sz="3000" b="1" dirty="0">
              <a:solidFill>
                <a:srgbClr val="FFBC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pPr algn="ctr"/>
            <a:r>
              <a:rPr 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Maintenance Relevance – Value Redefinition - Extreme Competition Experience Design - Standardization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jchoi.faculty.unlv.edu/wp-content/uploads/2020/06/Solution-Pieces-for-Facility-Standard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Maintenance Relevance, Value Redefinition, Extreme Competition Experience Design, and Standardization are crucial concepts in the business landscape.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topics can help organizations stay competitive and relevant in today's fast-paced environment.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will explore the significance of each concept and provide insights on how to leverage them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maintwiz.com/wp-content/uploads/2023/06/Ensuring-Reliability-and-Efficiency-The-Value-of-Preventive-Maintenance-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Maintenance Relevance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Maintenance plays a critical role in ensuring the longevity and efficiency of assets and equipment.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Proactive maintenance strategies can help prevent costly breakdowns and downtime.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predictive maintenance technologies can further optimize maintenance processes and reduce operational risks.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ordflirt.com/wp-content/uploads/2018/06/value-proposition-circ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Value Redefinition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Value redefinition involves reassessing and realigning the value proposition of products or services.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understanding changing customer needs and market trends, organizations can redefine value to stay competitive.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Value redefinition can lead to increased customer satisfaction, loyalty, and differentiation in the market.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slidebazaar.com/wp-content/uploads/2022/08/competitive-landscape-slides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Extreme Competition Experience Design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 today's hyper-competitive landscape, providing exceptional customer experiences is paramount.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Extreme competition experience design focuses on creating memorable and engaging experiences for customers.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prioritizing customer-centric design and personalization, organizations can differentiate themselves and build brand loyalty.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heckflow.io/img/banner-process-standard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Standardization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Standardization involves establishing uniform processes, practices, or products across an organization.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Standardization can improve efficiency, quality, and consistency in operations.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standardized protocols and procedures can streamline workflows, enhance collaboration, and drive continuous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researchgate.net/publication/226335888/figure/fig1/AS:393607979782153@1470854863962/Framework-assessing-and-improving-maintenance-data-qua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Concepts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maintenance relevance, value redefinition, extreme competition experience design, and standardization can create a powerful competitive advantage.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aligning these concepts with organizational goals and strategies, businesses can drive innovation and sustainable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Leveraging a holistic approach to these concepts can foster a culture of continuous improvement and adaptability.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7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ontent.altexsoft.com/media/2020/03/word-image-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Study: Company X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Company X implemented predictive maintenance strategies to optimize asset performance and reduce downtime.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Through value redefinition efforts, Company X enhanced its product offerings to better meet customer needs and preferences.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Company X prioritized extreme competition experience design, leading to increased customer satisfaction and brand loyalty.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beroeinc.com/images/content/purchasing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Study: Company 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Company Y embraced standardization across its operations, resulting in improved efficiency and cost savings.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redefining its value proposition, Company Y differentiated itself in the market and attracted new customers.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Company Y's focus on maintenance relevance led to enhanced asset reliability and reduced maintenance costs.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9</a:t>
            </a:r>
            <a:endParaRPr lang="en-US" sz="1600" dirty="0"/>
          </a:p>
        </p:txBody>
      </p:sp>
      <p:pic>
        <p:nvPicPr>
          <p:cNvPr id="5" name="Image 0" descr="https://search-letsfade-com.herokuapp.com/proxy?url=http://www.iso55001guide.com/wp-content/uploads/2020/07/Benefits-ISO-55001-Asset-Management-Implementation-Consulting-Training-ISO-Pros-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maintenance relevance can lead to improved asset performance and reduced downtime.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Value redefinition can enhance customer satisfaction, loyalty, and competitive positioning.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Extreme competition experience design can drive brand differentiation and customer engagement.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10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frevvo.com/blog/wp-content/uploads/2021/08/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Benefits (cont'd)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Standardization can streamline operations, improve quality, and drive continuous improvement.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these concepts can create a synergistic effect, leading to enhanced competitiveness and sustainable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that prioritize these concepts are better positioned to adapt to market dynamics and emerging trends.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power-mi.com/sites/default/files/elearning/vibration_analysis/01/en%20maintenance%20strategie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Implementing maintenance relevance strategies may require investment in predictive maintenance technologies and training for maintenance teams.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Redefining value can be challenging, as it requires a deep understanding of customer preferences and market trends.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Designing extreme competition experiences may involve significant resources and a shift in organizational culture.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dn.sketchbubble.com/pub/media/catalog/product/optimized1/c/e/ce43e62bbc48c7c9cea6c3ed28c86ff4f4a9af99e8735c4e360c557cfe49898c/process-standardization-slid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(cont'd)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Standardizing processes across an organization can be met with resistance from employees accustomed to existing practices.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Balancing the need for standardization with the flexibility to adapt to changing market conditions can be a challenge for organizations.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Overcoming these challenges requires strong leadership, effective communication, and a commitment to continuous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massets.limblecmms.com/blog/wp-content/uploads/2020/10/14065202/preventive-maintenance-plannin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 a comprehensive maintenance strategy that combines preventive, predictive, and proactive maintenance approaches.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Continuously monitor key performance indicators to assess the effectiveness of maintenance efforts and identify areas for improvement.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 in training and upskilling maintenance teams to leverage new technologies and best practices.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mainesbdc.org/wp-content/uploads/2020/09/Understanding-your-customer-Picture-scal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 (cont'd)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Conduct regular market research to understand evolving customer needs and preferences.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Engage with customers to gather feedback and insights that can inform value redefinition efforts.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Collaborate cross-functionally to align value propositions with organizational capabilities and market opportunities.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future-processing.com/blog/wp-content/uploads/2022/03/What_Really_Matters_In_Modern_Customer_-_centric-Desig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 (cont'd)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Prioritize customer-centric design principles in product and service development to create exceptional experiences.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Leverage data analytics and customer feedback to personalize experiences and drive customer engagement.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Continuously iterate and innovate on customer experiences to stay ahead of competitors and meet evolving expectations.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16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heckflow.io/img/banner-process-standard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 (cont'd)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Establish standardized protocols and procedures to streamline operations and ensure consistency.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Involve employees in the standardization process to gain buy-in and identify opportunities for improvement.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Regularly review and update standardized practices to adapt to changing market conditions and emerging trends.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17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trategyimplementationinstitute.org/wp-content/uploads/2022/01/Roadmap-high-res-transparent-8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Strategies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 a roadmap for integrating maintenance relevance, value redefinition, extreme competition experience design, and standardization into organizational processes.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Identify key stakeholders and champions within the organization to drive implementation efforts and foster buy-in.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Communicate the importance of these concepts to employees at all levels and provide training and support to enable successful implementation.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18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blog.apptians.com/wp-content/uploads/2021/01/Types-of-KPI-Indicators-1024x8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Measurement and Evaluation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Establish key performance indicators (KPIs) to measure the impact of maintenance relevance, value redefinition, extreme competition experience design, and standardization efforts.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Monitor KPIs regularly to track progress, identify areas for improvement, and make data-driven decisions.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Solicit feedback from customers, employees, and other stakeholders to evaluate the effectiveness of implemented strategies and make adjustments as needed.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19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lidemake.com/add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Maintenance relevance, value redefinition, extreme competition experience design, and standardization are essential concepts for staying competitive in today's business landscape.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integrating these concepts and implementing best practices, organizations can drive innovation, enhance customer experiences, and achieve sustainable growth.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Embrace a culture of continuous improvement and adaptability to navigate the challenges and opportunities presented by extreme competition and evolving market dynamics.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20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age.slidesharecdn.com/cci-120723095904-phpapp02/95/slide-39-10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Thank you for your attention. If you have any questions or would like to discuss further, please feel free to reach out.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Stay tuned for more insights and updates on maintenance relevance, value redefinition, extreme competition experience design, and standardization.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Remember, success in the modern business landscape requires a proactive and strategic approach to these critical concepts.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7659</Words>
  <Application>WPS Presentation</Application>
  <PresentationFormat>On-screen Show (16:9)</PresentationFormat>
  <Paragraphs>203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Optima</vt:lpstr>
      <vt:lpstr>Segoe Print</vt:lpstr>
      <vt:lpstr>Optima</vt:lpstr>
      <vt:lpstr>Optima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Relevance – Value Redefinition - Extreme Competition Experience Design - Standardization</dc:title>
  <dc:creator>SlideMake.com</dc:creator>
  <dc:subject>Maintenance Relevance – Value Redefinition - Extreme Competition Experience Design - Standardization</dc:subject>
  <cp:lastModifiedBy>surekha Bhangari</cp:lastModifiedBy>
  <cp:revision>3</cp:revision>
  <dcterms:created xsi:type="dcterms:W3CDTF">2024-03-07T09:26:00Z</dcterms:created>
  <dcterms:modified xsi:type="dcterms:W3CDTF">2024-05-14T11:13:29Z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1033-12.2.0.16909</vt:lpwstr>
  </property>
  <property fmtid="{D5CDD505-2E9C-101B-9397-08002B2CF9AE}" pid="3" name="ICV">
    <vt:lpwstr>AEF5C1C5B57A4B72AFA3D35BF2A8029A_13</vt:lpwstr>
  </property>
</Properties>
</file>