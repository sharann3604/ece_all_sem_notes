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https://templates.rjuuc.edu.np/en/company-culture-template.html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https://mavink.com/explore/Types-of-Decision-Making-Process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http://www.surpassyourgoals.com/2018/05/6-elements-to-assess-your-companys-culture/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https://www.teraengineering.com/prototyping-process/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https://www.linkedin.com/pulse/strategy-culture-alignment-4-steps-frank-feather-qaimeta-futurist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https://mavink.com/explore/Business-Model-Layout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https://www.selecthub.com/hris/hris-integration/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https://www.slideshare.net/SofiaDZ/case-study-apple-inc-61103768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https://goldenrethen.blogspot.com/2022/02/managements-handling-of-strategy.html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https://blog.avada.io/resources/key-success-factors-for-business.html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https://medium.com/illumination/the-importance-of-organizational-culture-57d344e6a16f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https://grammarhow.com/better-ways-to-say-thank-you-for-your-attention/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43355"/>
            <a:ext cx="8229600" cy="12998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en-US" sz="30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MODULE-4</a:t>
            </a:r>
            <a:endParaRPr lang="en-US" sz="3000" b="1" dirty="0">
              <a:solidFill>
                <a:srgbClr val="FFBC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pPr algn="ctr"/>
            <a:r>
              <a:rPr lang="en-US" sz="30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Humanization - Creative Culture – Rapid Prototyping, Strategy And Organization Business Model Desin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surpassyourgoals.com/wp-content/uploads/Company-Culture-Profil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Humanization, creative culture, rapid prototyping, strategy, and organizational business model design are essential components of modern business success.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elements help companies adapt to changing market conditions, innovate quickly, and stay ahead of the competition.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 this presentation, we will explore how these concepts can be integrated into a cohesive business strategy.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2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coachesconsole.com/v3/uploads/userfiles/11700/decision-making-process_d42c84e80445b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Humanization in Business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Humanization in business involves putting people at the center of decision-making processes.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prioritizing human needs and emotions, companies can create products and services that resonate with their target audience.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approach leads to higher customer satisfaction, loyalty, and ultimately, business success.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3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surpassyourgoals.com/wp-content/uploads/Company-Culture-Profil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Creative Culture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Fostering a creative culture within an organization encourages employees to think outside the box and come up with innovative solutions.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Creative teams are more likely to generate unique ideas that can disrupt the market and drive growth.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promoting creativity and collaboration, companies can stay agile and responsive to market changes.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4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teraengineering.com/wp-content/uploads/2019/06/prototyping-process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Rapid Prototyping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Rapid prototyping is a crucial step in the product development process that allows companies to quickly test ideas and gather feedback.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iterating on prototypes, businesses can identify flaws early on and make improvements before investing heavily in production.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approach minimizes risks and accelerates time to market, giving companies a competitive edge.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5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media-exp1.licdn.com/dms/image/D5612AQFlDlApGjpNHw/article-cover_image-shrink_720_1280/0/1669491208112?e=21474836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Strategy Alignment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Aligning humanization, creative culture, and rapid prototyping with overall business strategy is key to success.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Companies must ensure that these elements are integrated into their strategic planning to achieve long-term objectives.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aligning these components, organizations can create a cohesive approach that drives growth and innovation.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6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fourweekmba.com/wp-content/uploads/2019/01/business-model-desig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Organization Business Model Design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Designing a business model that supports humanization, creative culture, and rapid prototyping is essential for sustainable growth.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Companies must structure their organizations to enable collaboration, experimentation, and continuous improvement.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well-designed business model allows companies to adapt to changing market conditions and seize new opportunities.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7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selecthub.com/wp-content/uploads/2019/04/Benefits-of-Integrating-HR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Integration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humanization, creative culture, rapid prototyping, and strategic business model design offers numerous benefits.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Companies can better understand customer needs, innovate faster, and stay ahead of competitors.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integrated approach leads to higher employee engagement, customer satisfaction, and overall business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8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image.slidesharecdn.com/e1ae1036-229e-43c9-bf10-74b14aa677ac-160419163658/95/case-study-apple-inc-1-1024.jpg?cb=14840891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Study: Apple Inc.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Apple Inc. is a prime example of a company that has successfully integrated humanization, creative culture, rapid prototyping, and strategic business model design.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company prioritizes user experience, innovation, and design in all its products and services.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embracing these principles, Apple has become a global leader in technology and a household name.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9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smartsheet.com/sites/default/files/ic-strategic-implementation-challenges-and-criticism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Implementation Challenges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Implementing humanization, creative culture, rapid prototyping, and strategic business model design can pose challenges for organizations.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Companies may face resistance to change, resource constraints, and internal silos that hinder progress.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Overcoming these challenges requires strong leadership, clear communication, and a commitment to continuous improvement.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10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cdn2.avada.io/media/resources/UTIyEyF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Success Factors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To successfully integrate humanization, creative culture, rapid prototyping, and strategic business model design, companies must focus on key success factors.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include creating a supportive culture, investing in talent development, and leveraging technology for innovation.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prioritizing these factors, organizations can build a foundation for sustainable growth and competitive advantage.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11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miro.medium.com/v2/resize:fit:1175/1*cC8J7-UDbR2SRJ53t6emx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Humanization, creative culture, rapid prototyping, strategy, and organizational business model design are interconnected elements that drive business success.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integrating these concepts into a cohesive strategy, companies can adapt to changing market conditions, innovate quickly, and stay ahead of the competition.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Embracing human-centered design and fostering a culture of creativity and experimentation are essential for long-term growth and sustainability.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12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grammarhow.com/wp-content/uploads/2022/04/Better-Ways-To-Say-Thank-You-For-Your-Attentio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Thank you for your attention.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Are there any questions?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Let's continue the conversation about humanization, creative culture, rapid prototyping, strategy, and organizational business model design.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4551</Words>
  <Application>WPS Presentation</Application>
  <PresentationFormat>On-screen Show (16:9)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Optima</vt:lpstr>
      <vt:lpstr>Segoe Print</vt:lpstr>
      <vt:lpstr>Optima</vt:lpstr>
      <vt:lpstr>Optima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SlideMake.com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Humanization - Creative Culture – Rapid Prototyping, Strategy And Organization Business Model Desin</dc:title>
  <dc:creator>SlideMake.com</dc:creator>
  <dc:subject>Humanization - Creative Culture – Rapid Prototyping, Strategy And Organization Business Model Desin</dc:subject>
  <cp:lastModifiedBy>surekha Bhangari</cp:lastModifiedBy>
  <cp:revision>3</cp:revision>
  <dcterms:created xsi:type="dcterms:W3CDTF">2024-03-07T09:27:00Z</dcterms:created>
  <dcterms:modified xsi:type="dcterms:W3CDTF">2024-05-14T11:12:11Z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1033-12.2.0.16909</vt:lpwstr>
  </property>
  <property fmtid="{D5CDD505-2E9C-101B-9397-08002B2CF9AE}" pid="3" name="ICV">
    <vt:lpwstr>B1BFDDE7ABFA43FDAE8E5A1C9D9BC9B7_13</vt:lpwstr>
  </property>
</Properties>
</file>