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https://www.growth-hackers.net/steps-build-storytelling-framework-resonates-target-audience/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https://www.aihr.com/blog/stages-of-organizational-development/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https://www.pinterest.com/pin/318629742389023875/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https://www.weforum.org/agenda/2023/02/strategic-intelligence-why-foresight-key-future-readiness/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https://www.hicx.com/blog/change-management/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https://www.slideshare.net/RichardVeryard/sensemaking-presentation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http://oecstrategicsolutions.com/services/organizational-change/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http://keywordsuggest.org/gallery/597124.html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https://visionaryleadership.com/strategic-foresight-in-5-steps/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https://www.listennotes.com/podcasts/making-sense-of-complexity-with-george-tI3eJgCPFj-/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https://narrative.com.sg/storytelling/blog/change-management-storytelling-is-change-assistance-a-part-of-your-change-story/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https://visionaryleadership.com/strategic-foresight-in-5-steps/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https://digitalleadership.com/blog/vuca-world/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http://www.slideshare.net/evanslyke/integrating-change-management-into-technology-and-outsourcing-implementations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https://visionaryleadership.com/strategic-foresight-in-5-steps/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http://keywordsuggest.org/gallery/597124.html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https://familysunshine.org/get-involved/get-engaged/change-champions/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https://www.careercliff.com/competitive-advantage-examples/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https://quotlr.com/quotes-about-creating-change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web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51610"/>
            <a:ext cx="8229600" cy="12915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MODULE-4</a:t>
            </a:r>
            <a:endParaRPr lang="en-US" sz="3000" b="1" dirty="0">
              <a:solidFill>
                <a:srgbClr val="FFBC00"/>
              </a:solidFill>
              <a:latin typeface="Optima" pitchFamily="34" charset="0"/>
              <a:ea typeface="Optima" pitchFamily="34" charset="-122"/>
              <a:cs typeface="Optima" pitchFamily="34" charset="-120"/>
            </a:endParaRPr>
          </a:p>
          <a:p>
            <a:pPr algn="ctr"/>
            <a:r>
              <a:rPr lang="en-US" sz="30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 – Story Telling Representation – Strategic Foresight - Change – Sense Making -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growth-hackers.net/wp-content/uploads/2022/04/Steps-to-Build-a-Compelling-Storytelling-Framework-that-Resonates-with-your-Target-Audience-900x67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Growth, storytelling, strategic foresight, change, and sense-making are interconnected concepts that play crucial roles in navigating complex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dynamics of these elements is essential for organizations looking to thrive in the ever-evolving landscape of business.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will delve into each of these topics and explore their significance in driving sustainable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aihr.com/wp-content/uploads/Five-stages-of-organizational-development-social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 is not just about expanding revenues; it also encompasses personal and organizational development.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Sustainable growth requires a clear vision, strategic planning, and continuous adaptation to changing circumstances.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that prioritize innovation and learning are more likely to achieve long-term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.pinimg.com/originals/19/d2/13/19d213cd6bfd9e7eba026d321014fdd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Storytelling Representation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Storytelling is a powerful tool for conveying complex ideas and engaging audiences on an emotional level.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storytelling can shape perceptions, influence decisions, and inspire action.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crafting compelling narratives, organizations can create a shared understanding of their purpose and values.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assets.weforum.org/editor/1WZ4e7ISkQmQ2BnmRkGuphtc9NDdfVCFCmjX0yhQiA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involves anticipating future trends and disruptions to proactively shape strategies.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that practice strategic foresight are better equipped to identify opportunities and mitigate risks.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scanning the external environment and scenario planning, businesses can enhance their agility and resilience.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hicx.com/wp-content/uploads/2021/02/AdobeStock_104522820-scaled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Change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Change is inevitable in today's fast-paced world and is often met with resistance.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Successful change management requires effective communication, stakeholder engagement, and a supportive organizational culture.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change as a constant enables organizations to adapt and thrive in turbulent environments.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mage.slidesharecdn.com/sensemaking-1227953594701657-9/95/sensemaking-1-1024.jpg?cb=13510963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 Making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is the process of interpreting information and making sense of complex situations.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helps individuals and organizations navigate ambiguity, connect dots, and derive meaning from chaos.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fostering a culture of sense-making, organizations can enhance decision-making and drive innovation.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7</a:t>
            </a:r>
            <a:endParaRPr lang="en-US" sz="1600" dirty="0"/>
          </a:p>
        </p:txBody>
      </p:sp>
      <p:pic>
        <p:nvPicPr>
          <p:cNvPr id="5" name="Image 0" descr="https://search-letsfade-com.herokuapp.com/proxy?url=http://oecstrategicsolutions.com/wp-content/uploads/2017/02/Organizational-Chan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Concepts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Growth, storytelling, strategic foresight, change, and sense-making are interconnected elements that fuel organizational success.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weaving these concepts together, organizations can create a holistic approach to navigating uncertainty and driving transformation.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the interplay of these concepts enables organizations to build resilience, foster creativity, and seize opportunities.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https://search-letsfade-com.herokuapp.com/proxy?url=http://www.echostories.com/wp/wp-content/uploads/2015/11/POWER-OF-STORYTELLING-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Leveraging Storytelling for Growth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Storytelling can be a powerful tool for communicating a compelling vision of growth and transformation.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crafting narratives that resonate with stakeholders, organizations can inspire commitment and alignment towards shared goals.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Leveraging storytelling as a strategic asset can differentiate organizations in competitive markets and build emotional connections with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9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visionaryleadership.com/wp-content/uploads/2022/08/Seth-Kahan-Strategic-Foresight-Cycle-2048x158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Anticipating Change through Strategic Foresight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enables organizations to anticipate and prepare for disruptive changes in the business environment.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scanning the horizon for emerging trends and weak signals, organizations can develop proactive strategies to capitalize on opportunities.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strategic foresight into decision-making processes empowers organizations to stay ahead of the curve and drive innovation.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10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cdn-images-1.listennotes.com/podcasts/making-sense-of-complexity-with-george-gantz-gkRfteIBXjG-tI3eJgCPFj-.1400x14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Making Sense of Complexity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 a volatile and uncertain world, sense-making is essential for understanding complex challenges and opportunities.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helps individuals and organizations navigate ambiguity, make informed decisions, and adapt to changing circumstances.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cultivating a sense-making mindset, organizations can foster a culture of continuous learning, adaptability, and resilience.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11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narrative.com.sg/wp-content/uploads/2017/04/than-anyone-elses.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Power of Narrative in Change Management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Storytelling can be a catalyst for change by inspiring a shared vision, engaging stakeholders, and overcoming resistance.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Crafting a narrative that communicates the why, what, and how of change can create a sense of purpose and direction.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leveraging storytelling in change management initiatives, organizations can build trust, drive employee engagement, and facilitate successful transitions.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12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visionaryleadership.com/wp-content/uploads/2022/08/Seth-Kahan-Strategic-Foresight-Cycle-2048x158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for Resilient Growth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is a strategic tool for anticipating disruptions, identifying emerging opportunities, and shaping future strategies.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integrating strategic foresight into strategic planning processes, organizations can build resilience, agility, and competitive advantage.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Proactive organizations that embrace strategic foresight are better equipped to navigate uncertainties, seize opportunities, and drive sustainable growth.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13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digitalleadership.com/wp-content/uploads/2022/03/VUCA-World.web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in a VUCA World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is essential for navigating the volatility, uncertainty, complexity, and ambiguity (VUCA) of the modern business landscape.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making sense of diverse and conflicting information, organizations can uncover patterns, insights, and opportunities.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Cultivating a culture of sense-making empowers individuals and organizations to adapt, innovate, and thrive in turbulent environments.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14</a:t>
            </a:r>
            <a:endParaRPr lang="en-US" sz="1600" dirty="0"/>
          </a:p>
        </p:txBody>
      </p:sp>
      <p:pic>
        <p:nvPicPr>
          <p:cNvPr id="5" name="Image 0" descr="https://search-letsfade-com.herokuapp.com/proxy?url=http://image.slidesharecdn.com/introductiontosollevagroup12010-12692946910542-phpapp02/95/integrating-change-management-into-technology-and-outsourcing-implementations-1-728.jpg?cb=12693295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Change, Growth, and Sense-Making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Change, growth, and sense-making are interconnected processes that drive organizational evolution and transformation.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embracing change as a catalyst for growth and leveraging sense-making to navigate complexity, organizations can create sustainable value.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these elements into organizational DNA fosters a culture of continuous learning, adaptation, and innovation.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15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visionaryleadership.com/wp-content/uploads/2022/08/Seth-Kahan-Strategic-Foresight-Cycle-2048x158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Unlocking Potential through Strategic Foresight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unlocks organizational potential by expanding horizons, exploring possibilities, and challenging assumptions.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envisioning alternative futures and developing strategic responses, organizations can proactively shape their destinies.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strategic foresight as a core competency empowers organizations to anticipate change, seize opportunities, and drive transformative growth.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16</a:t>
            </a:r>
            <a:endParaRPr lang="en-US" sz="1600" dirty="0"/>
          </a:p>
        </p:txBody>
      </p:sp>
      <p:pic>
        <p:nvPicPr>
          <p:cNvPr id="5" name="Image 0" descr="https://search-letsfade-com.herokuapp.com/proxy?url=http://www.echostories.com/wp/wp-content/uploads/2015/11/POWER-OF-STORYTELLING-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Harnessing the Power of Storytelling for Strategic Impact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Storytelling is a potent tool for creating emotional connections, shaping perceptions, and driving strategic impact.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crafting narratives that capture the essence of organizational purpose and values, leaders can inspire action and alignment.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Leveraging storytelling as a strategic asset enables organizations to engage stakeholders, build trust, and communicate complex ideas with clarity.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17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familysunshine.org/wp-content/uploads/2022/11/CC-logo-final-4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Nurturing Change Champions through Sense-Making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Sense-making nurtures change champions by fostering curiosity, critical thinking, and adaptability.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Individuals who excel at sense-making are adept at connecting dots, synthesizing information, and making informed decisions.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Cultivating a sense-making mindset within organizations empowers employees to embrace change, drive innovation, and lead transformational initiatives.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18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i1.wp.com/www.thebalance.com/thmb/wb3SNCdN09zeh9CMXgte9kDn12Y=/1500x1000/filters:no_upscale():max_bytes(150000):strip_icc()/what-is-competitive-advantage-3-strategies-that-work-3305828_FINAL-5b87022bc9e77c002524e634.png?ssl=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as a Competitive Advantage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Strategic foresight is a source of competitive advantage for organizations that anticipate trends, disrupt markets, and shape the future.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developing a strategic foresight capability, organizations can stay ahead of the curve, innovate boldly, and create sustainable value.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Viewing strategic foresight as a strategic imperative enables organizations to future-proof their strategies, outmaneuver competitors, and drive enduring growth.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19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quotlr.com/images/quotes/you-can-either-react-or-change-embrace-the-change-or-create-chan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Embracing Change as a Catalyst for Growth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Change is a constant in today's dynamic business environment and is an opportunity for growth, innovation, and evolution.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that embrace change as a catalyst for growth can adapt quickly, seize opportunities, and stay ahead of the competition.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fostering a culture of change readiness, organizations can cultivate resilience, agility, and a spirit of continuous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544089"/>
          </a:solidFill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A5A5CE"/>
          </a:solidFill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FFFFFF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20</a:t>
            </a:r>
            <a:endParaRPr lang="en-US" sz="1600" dirty="0"/>
          </a:p>
        </p:txBody>
      </p:sp>
      <p:pic>
        <p:nvPicPr>
          <p:cNvPr id="5" name="Image 0" descr="https://search-letsfade-com.herokuapp.com/proxy?url=https://www.slidemake.com/add_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FFBC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Growth, storytelling, strategic foresight, change, and sense-making are essential elements for driving sustainable success in today's complex world.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Organizations that integrate these concepts into their strategic thinking and organizational culture can navigate uncertainties, seize opportunities, and thrive in turbulent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By embracing the interplay of growth, storytelling, strategic foresight, change, and sense-making, organizations can build a foundation for enduring success.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8319</Words>
  <Application>WPS Presentation</Application>
  <PresentationFormat>On-screen Show (16:9)</PresentationFormat>
  <Paragraphs>203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Optima</vt:lpstr>
      <vt:lpstr>Segoe Print</vt:lpstr>
      <vt:lpstr>Optima</vt:lpstr>
      <vt:lpstr>Optima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– Story Telling Representation – Strategic Foresight - Change – Sense Making -</dc:title>
  <dc:creator>SlideMake.com</dc:creator>
  <dc:subject>Growth – Story Telling Representation – Strategic Foresight - Change – Sense Making -</dc:subject>
  <cp:lastModifiedBy>surekha Bhangari</cp:lastModifiedBy>
  <cp:revision>3</cp:revision>
  <dcterms:created xsi:type="dcterms:W3CDTF">2024-03-07T09:28:00Z</dcterms:created>
  <dcterms:modified xsi:type="dcterms:W3CDTF">2024-05-14T11:10:52Z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1033-12.2.0.16909</vt:lpwstr>
  </property>
  <property fmtid="{D5CDD505-2E9C-101B-9397-08002B2CF9AE}" pid="3" name="ICV">
    <vt:lpwstr>F85271C7ECC04629A62507BA7ADE60B7_13</vt:lpwstr>
  </property>
</Properties>
</file>