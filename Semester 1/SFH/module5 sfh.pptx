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478f4a02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478f4a02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478f4a02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478f4a02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478f4a02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478f4a02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478f4a02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478f4a02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478f4a02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6478f4a028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6478f4a02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6478f4a02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6478f4a02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6478f4a02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478f4a028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6478f4a028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478f4a02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478f4a02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6478f4a02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6478f4a02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478f4a028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478f4a028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478f4a02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478f4a02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478f4a028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478f4a028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478f4a028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478f4a028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478f4a028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478f4a028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478f4a028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6478f4a028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478f4a028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6478f4a028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478f4a028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478f4a028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478f4a02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478f4a02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478f4a028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6478f4a028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092994"/>
            <a:ext cx="8520600" cy="27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dirty="0"/>
              <a:t>Preventing and fighting against diseases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dirty="0"/>
              <a:t>for good health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Module-5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04569" y="145965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1) Management of chronic illness for better quality of life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2) Health and Wellness of Youth- a challenge for upcoming future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3) Measuring of health and wellness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Disease:</a:t>
            </a:r>
            <a:r>
              <a:rPr lang="en"/>
              <a:t>disease is something that needs to be cured, such as infection, injury,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toxic exposure, cell degeneration, etc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Illness:</a:t>
            </a:r>
            <a:r>
              <a:rPr lang="en"/>
              <a:t> is something that needs to be managed such as feelings of pain, discomfort, distress, weakness,etc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3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Germs according to CDC (CENTER FOR DISEASE CONTROL AND PREVENTION)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460000"/>
            <a:ext cx="8520600" cy="31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Germs are a part of everyday life and are found in our air, soil, water, and in and on our bodies. </a:t>
            </a:r>
            <a:endParaRPr sz="6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300"/>
              <a:t>Some germs are helpful, others are harmful. Many germs live in and on our bodies without causing harm and some even help us to stay healthy.</a:t>
            </a:r>
            <a:endParaRPr sz="6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300"/>
              <a:t>An infection occurs when germs enter the body, increase in number, and cause a reaction of the body.</a:t>
            </a:r>
            <a:endParaRPr sz="6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300"/>
              <a:t>• Three things are necessary for an infection to occur:</a:t>
            </a:r>
            <a:endParaRPr sz="6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300"/>
              <a:t>1.</a:t>
            </a:r>
            <a:r>
              <a:rPr lang="en" sz="6300" b="1"/>
              <a:t>Source:</a:t>
            </a:r>
            <a:r>
              <a:rPr lang="en" sz="6300"/>
              <a:t> Places where infectious agents. (germs) live (e.g., sinks, surfaces, human skin)</a:t>
            </a:r>
            <a:endParaRPr sz="6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300"/>
              <a:t>2. </a:t>
            </a:r>
            <a:r>
              <a:rPr lang="en" sz="6300" b="1"/>
              <a:t>Susceptible</a:t>
            </a:r>
            <a:r>
              <a:rPr lang="en" sz="6300"/>
              <a:t> Person with a way for germs to enter the body.</a:t>
            </a:r>
            <a:endParaRPr sz="6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300"/>
              <a:t>3. </a:t>
            </a:r>
            <a:r>
              <a:rPr lang="en" sz="6300" b="1"/>
              <a:t>Transmission:</a:t>
            </a:r>
            <a:r>
              <a:rPr lang="en" sz="6300"/>
              <a:t> a way germs are moved to the susceptible pers</a:t>
            </a:r>
            <a:r>
              <a:rPr lang="en"/>
              <a:t>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63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of Infections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Source is an infectious agent or germ and refers to a virus, bacteria, or other microbe.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healthcare settings, germs are found in many places. People are one source of germs including: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Patients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Healthcare workers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Visitors and household members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environmental source of germs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635850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Reasons for Infection from Sources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Dry surfaces in patient care areas (e.g., bed rails, medical equipment, countertops, and tables)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Wet surfaces, moist environments, and biofilms (e.g., cooling towers, faucets and sinks, and equipment such as ventilators)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Indwelling medical devices (e.g., catheters and IV lines)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Dust or decaying debris (e.g., construction dust or wet materials from water leaks)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Susceptible People for infections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r>
              <a:rPr lang="en" sz="5050"/>
              <a:t>.A susceptible person is someone who is not vaccinated or otherwise immune, or a person with a weakened.</a:t>
            </a:r>
            <a:endParaRPr sz="50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50"/>
              <a:t>2. Patients in healthcare who have underlying medical conditions such as diabetes, cancer, and organ transplantation are at increased risk for infection because decrease the immune system ability to fight infection.</a:t>
            </a:r>
            <a:endParaRPr sz="50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50"/>
              <a:t>3. Certain medications used to treat medical conditions, such as antibiotics, steroids, and certain cancer</a:t>
            </a:r>
            <a:endParaRPr sz="50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50"/>
              <a:t>fighting medications increase the risk of some types of infections</a:t>
            </a:r>
            <a:endParaRPr sz="50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Transmission of infection</a:t>
            </a: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200"/>
              <a:t>Transmission refers to the way germs are moved to the susceptible person. Germs don’t move themselves.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Germs depend on people, the environment, and/or medical equipment to move in healthcare settings.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Contact moves germs by touch. Touching the eye, nose, mouth or wounds after contact.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 Sprays and splashes occur when an infected person coughs or sneezes, creating droplets which carry germs short distances (within approximately 6 feet).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Sharps injuries can lead to infections (example: HIV, HBV, HCV) when bloodborne pathogens enter a person through a skin puncture by a used needle or sharp instrument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220650" y="1446650"/>
            <a:ext cx="8702700" cy="46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50" y="120550"/>
            <a:ext cx="8807276" cy="43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Infectious agents come in many shapes and sizes. Categories include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Bacteria : Bacteria are one-celled organisms that can be seen only with a microscope.Strep throat.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Viruses: Viruses are much smaller than cells. AIDS Common cold, Ebola, Genital herpes, Influenza.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Fungi There are many varieties of fungi, and people eat several of them.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Protozoans: Protozoans are single-celled organisms that behave like tiny animals hunting and gathering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protect from transmitted infections</a:t>
            </a:r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 close contact with people who are sick.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Cover coughs and sneezes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Avoid touching your face.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Stay home if you’re sick.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Clean and disinfect surfaces that are touched often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Avoid contaminated food and water.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Hand-washing, Medicines and Vaccines.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Avoid contaminated food and water.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Stay home if you’re sick.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reduce risks for good health</a:t>
            </a:r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Be a non-smoker and avoid second hand smoke. If one smokes need to get help to quit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2.Be physically active everyday.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3.Eat healthy foods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4.Achieve a healthy weight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5.Control your blood pressure.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6.Reduce your stress.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7.Be screened or tested regularly.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8.Practice Hygiene.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Reducing risks and coping with chronic conditions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957400" cy="41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</a:t>
            </a:r>
            <a:r>
              <a:rPr lang="en" sz="5600" b="1"/>
              <a:t>hronic illness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/>
              <a:t>Chronic diseases are defined broadly as conditions that last for one year or more and require ongoing medical attention, as well as limit activities of daily living.</a:t>
            </a:r>
            <a:endParaRPr sz="5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/>
              <a:t>Example: heart disease, cancer, diabetes</a:t>
            </a:r>
            <a:endParaRPr sz="5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Based on the latest data from C D C (centre for disease control), 10 most expensive chronic diseases are: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• Cardio vascular diseases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• Smoking related health issues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• Alcohol related health issues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 • Diabetes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Cancer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• Obesity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• Arthritis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• Asthma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 b="1"/>
              <a:t>• Stoke</a:t>
            </a:r>
            <a:endParaRPr sz="5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demands of chronic illness</a:t>
            </a:r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– Understand the condition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– Know about the treatment and therapy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– Maintain trust and confidence in the doctors,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– Especially when recovery isn’t possible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– Know how to control the symptoms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-Avoid social isolation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quality of life</a:t>
            </a:r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Quality of life has several components. Specifically,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1.Physical functioning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2.Psychological status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3.Social functioning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4.Disease or treatment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of quality of life in chronic illness</a:t>
            </a:r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assessment of the quality of life of chronically will was based on how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much the disease and treatment interferes with the activities of daily living such as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Sleeping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Eating,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Going to work and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Engaging in recreational activities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maintain better quality of life in the chronically ill?</a:t>
            </a:r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/>
              <a:t>. </a:t>
            </a:r>
            <a:r>
              <a:rPr lang="en" sz="7200"/>
              <a:t> •Get a prescription for information.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Make your doctor a partner in care.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•Build a team.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Coordinate your care.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Make a healthy investment in yourself.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Make it a family affair.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Manage your medications.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Beware of depression.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 Reach out. (Doctors, nurses)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•Plan for end-of-life decisions.</a:t>
            </a:r>
            <a:endParaRPr sz="7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 management:</a:t>
            </a:r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/>
              <a:t>1.</a:t>
            </a:r>
            <a:r>
              <a:rPr lang="en" sz="7350"/>
              <a:t>Taking pain relieving medicine. Medication includes both non-prescription</a:t>
            </a: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350"/>
              <a:t>medication and prescription medication.</a:t>
            </a: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350"/>
              <a:t>2.Under going physical therapies</a:t>
            </a: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350"/>
              <a:t>Physical therapies also are found in stretching exercises, walking and other</a:t>
            </a: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350"/>
              <a:t>exercises</a:t>
            </a: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350"/>
              <a:t>3.Relaxation and stress management techniques</a:t>
            </a: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350"/>
              <a:t>• Transcutaneous electrical stimulation therapies</a:t>
            </a: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350"/>
              <a:t>• Applying heat packs and cold packs </a:t>
            </a: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735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Good life style choices for better quality of life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1.Maintain a healthy life style can help the chronically ill patient to feel well, while living with chronic illness and its condition.</a:t>
            </a:r>
            <a:endParaRPr sz="9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600"/>
              <a:t>This includes eating well, doing as much physical activity as the patient’s condition will allow, and getting good rest</a:t>
            </a:r>
            <a:endParaRPr sz="9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600"/>
              <a:t>2. Trying to do some physical activity each day, even if itis only a small amount, can help with managing pain and lift your mood.</a:t>
            </a:r>
            <a:endParaRPr sz="9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600"/>
              <a:t>3.Sleep is also very important if there is a health</a:t>
            </a:r>
            <a:endParaRPr sz="9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600"/>
              <a:t>condition</a:t>
            </a:r>
            <a:endParaRPr sz="9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Getting support from others for better quality of life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1.Social support can help chronically ill person to maintain a good quality of life.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2.When a chronically ill person has a long term adverse health condition the person must plan to catch up with family and friends and inform about their condition.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1309</Words>
  <Application>Microsoft Office PowerPoint</Application>
  <PresentationFormat>On-screen Show (16:9)</PresentationFormat>
  <Paragraphs>135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Simple Light</vt:lpstr>
      <vt:lpstr>Preventing and fighting against diseases for good health  Module-5</vt:lpstr>
      <vt:lpstr>PowerPoint Presentation</vt:lpstr>
      <vt:lpstr>PowerPoint Presentation</vt:lpstr>
      <vt:lpstr>Germs according to CDC (CENTER FOR DISEASE CONTROL AND PREVENTION) </vt:lpstr>
      <vt:lpstr>Sources of Infections</vt:lpstr>
      <vt:lpstr>Examples of environmental source of germs</vt:lpstr>
      <vt:lpstr>Reasons for Infection from Sources</vt:lpstr>
      <vt:lpstr>Susceptible People for infections</vt:lpstr>
      <vt:lpstr>Transmission of infection</vt:lpstr>
      <vt:lpstr>PowerPoint Presentation</vt:lpstr>
      <vt:lpstr>Infectious agents come in many shapes and sizes. Categories include </vt:lpstr>
      <vt:lpstr>How to protect from transmitted infections</vt:lpstr>
      <vt:lpstr>How to reduce risks for good health</vt:lpstr>
      <vt:lpstr>Reducing risks and coping with chronic conditions</vt:lpstr>
      <vt:lpstr>Additional demands of chronic illness</vt:lpstr>
      <vt:lpstr>Components of quality of life</vt:lpstr>
      <vt:lpstr>Assessment of quality of life in chronic illness</vt:lpstr>
      <vt:lpstr>How to maintain better quality of life in the chronically ill?</vt:lpstr>
      <vt:lpstr>Pain management:</vt:lpstr>
      <vt:lpstr>Good life style choices for better quality of life </vt:lpstr>
      <vt:lpstr>Getting support from others for better quality of life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Preventing and fighting against diseases for good health  Module-5</dc:title>
  <cp:lastModifiedBy>Sharan N</cp:lastModifiedBy>
  <cp:revision>2</cp:revision>
  <dcterms:modified xsi:type="dcterms:W3CDTF">2023-12-23T02:19:20Z</dcterms:modified>
</cp:coreProperties>
</file>